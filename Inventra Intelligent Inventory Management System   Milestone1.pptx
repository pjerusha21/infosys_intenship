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7" r:id="rId1"/>
  </p:sldMasterIdLst>
  <p:sldIdLst>
    <p:sldId id="267" r:id="rId2"/>
    <p:sldId id="268" r:id="rId3"/>
    <p:sldId id="269" r:id="rId4"/>
    <p:sldId id="272" r:id="rId5"/>
    <p:sldId id="270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6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5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63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0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94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81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81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6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0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8400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9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831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2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634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95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34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A678-97F6-AE51-27E9-A648D0CC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97" y="-1145428"/>
            <a:ext cx="8915399" cy="2290855"/>
          </a:xfrm>
        </p:spPr>
        <p:txBody>
          <a:bodyPr/>
          <a:lstStyle/>
          <a:p>
            <a:r>
              <a:rPr lang="en-IN" dirty="0"/>
              <a:t>                 </a:t>
            </a:r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26125-9CBE-6788-A699-A36B6F292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178" y="2302717"/>
            <a:ext cx="9769643" cy="383532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   </a:t>
            </a:r>
            <a:r>
              <a:rPr lang="en-IN" sz="4000" b="1" dirty="0">
                <a:solidFill>
                  <a:schemeClr val="tx1">
                    <a:lumMod val="9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INVENTRA INTELLIGENT INVENTORY                </a:t>
            </a:r>
          </a:p>
          <a:p>
            <a:pPr algn="ctr"/>
            <a:r>
              <a:rPr lang="en-IN" sz="4000" b="1" dirty="0">
                <a:solidFill>
                  <a:schemeClr val="tx1">
                    <a:lumMod val="9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MANAGEMENT SYSTEM</a:t>
            </a:r>
          </a:p>
          <a:p>
            <a:pPr algn="ctr"/>
            <a:endParaRPr lang="en-IN" sz="40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P.JERUSHA</a:t>
            </a:r>
          </a:p>
        </p:txBody>
      </p:sp>
    </p:spTree>
    <p:extLst>
      <p:ext uri="{BB962C8B-B14F-4D97-AF65-F5344CB8AC3E}">
        <p14:creationId xmlns:p14="http://schemas.microsoft.com/office/powerpoint/2010/main" val="74202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3AC4-EF72-8262-658E-6C3FB397B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27" y="-1131391"/>
            <a:ext cx="8915399" cy="2262781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TITLE 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17506-7FD1-B931-098A-506B17914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638" y="1465545"/>
            <a:ext cx="9795354" cy="493525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INTELLIGENT INVENTORY MANAGEMENT SYSTEM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System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Inventra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derived from two main concepts: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stock handling and product management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Automation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Shows the system’s ability to operate smartly with minimal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manual effort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helps businesses track stock levels, manage products and suppliers, monitor purchase orders, and analyze sales performance.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aims to reduce manual work and avoid issues like overstocking, stockouts, and data inconsistency.</a:t>
            </a:r>
          </a:p>
        </p:txBody>
      </p:sp>
    </p:spTree>
    <p:extLst>
      <p:ext uri="{BB962C8B-B14F-4D97-AF65-F5344CB8AC3E}">
        <p14:creationId xmlns:p14="http://schemas.microsoft.com/office/powerpoint/2010/main" val="256352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6219-7D1E-5AA0-77EB-C6593C7E2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478" y="-286369"/>
            <a:ext cx="8915399" cy="23699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Problems in Existing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6C584-FAFD-2B0D-A819-A444F6A6F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3852" y="1515648"/>
            <a:ext cx="9742474" cy="5060515"/>
          </a:xfrm>
        </p:spPr>
        <p:txBody>
          <a:bodyPr>
            <a:noAutofit/>
          </a:bodyPr>
          <a:lstStyle/>
          <a:p>
            <a:r>
              <a:rPr lang="en-US" sz="2400" dirty="0"/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is still handled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books or simple spreadsheets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counts become inaccurate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updates are slow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 stock or expiry → causes wastage or shortages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Hard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products sell fast or slow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anyone can access or change data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decisions become slow and based on guesswork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1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4450-4CDB-6C65-5643-43017F48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0"/>
            <a:ext cx="8911687" cy="2396359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PROPOSED SYSTEM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(Modules &amp; Working)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INVENTRA</a:t>
            </a:r>
            <a:br>
              <a:rPr lang="en-US" sz="2200" b="1" dirty="0"/>
            </a:br>
            <a:r>
              <a:rPr lang="en-US" sz="2200" b="1" dirty="0"/>
              <a:t>        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system is designed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manual process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smart automation, real-time tracking and secure data handling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200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Modules:</a:t>
            </a:r>
            <a:br>
              <a:rPr lang="en-US" sz="2200" dirty="0"/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2F7F0-D725-83C2-EE0A-3A2456D29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40156" y="2511972"/>
            <a:ext cx="5065444" cy="434602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login and user registration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(Admin,Staff, Manager)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confidential data and  prevents unauthorized access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/ Inventory Management Module: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organizes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details,  pricing, categories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adding, updating and removing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products  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easily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stock-in / stock-out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purchase and 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sales operations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IN" sz="17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2DFE5-0FC8-F64D-8143-9A7DBB994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5807" y="2511971"/>
            <a:ext cx="4914624" cy="4346027"/>
          </a:xfrm>
        </p:spPr>
        <p:txBody>
          <a:bodyPr>
            <a:normAutofit fontScale="25000" lnSpcReduction="20000"/>
          </a:bodyPr>
          <a:lstStyle/>
          <a:p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Alerts Module: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monitors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stock levels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and out-of-stock notifications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losses by tracking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expiry alerts </a:t>
            </a:r>
          </a:p>
          <a:p>
            <a:pPr marL="0" indent="0">
              <a:buNone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(if needed)</a:t>
            </a:r>
            <a:b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7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Analysis Module: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Generates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reports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stock, purchases, </a:t>
            </a:r>
          </a:p>
          <a:p>
            <a:pPr marL="0" indent="0">
              <a:buNone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and sales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Identifies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fast-moving and slow-moving </a:t>
            </a:r>
          </a:p>
          <a:p>
            <a:pPr marL="0" indent="0">
              <a:buNone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products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Assists management in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using analytics.</a:t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17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E8E1-EB82-2656-E5D4-0F752D8CD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26" y="-296968"/>
            <a:ext cx="9550552" cy="112628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5C4FA4-1E9B-30D8-BADA-C64B092D4B8C}"/>
              </a:ext>
            </a:extLst>
          </p:cNvPr>
          <p:cNvSpPr/>
          <p:nvPr/>
        </p:nvSpPr>
        <p:spPr>
          <a:xfrm>
            <a:off x="4116086" y="1094818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  <a:p>
            <a:pPr algn="ctr"/>
            <a:r>
              <a:rPr lang="en-US" dirty="0"/>
              <a:t>REACT/ANGULAR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C807CD-C107-FD71-D516-87E44A85E8B8}"/>
              </a:ext>
            </a:extLst>
          </p:cNvPr>
          <p:cNvSpPr/>
          <p:nvPr/>
        </p:nvSpPr>
        <p:spPr>
          <a:xfrm>
            <a:off x="4172397" y="2323222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  <a:p>
            <a:pPr algn="ctr"/>
            <a:r>
              <a:rPr lang="en-US" dirty="0"/>
              <a:t>JAVA SPRING BOOT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263819-9598-D832-83AB-1F9184C789E4}"/>
              </a:ext>
            </a:extLst>
          </p:cNvPr>
          <p:cNvSpPr/>
          <p:nvPr/>
        </p:nvSpPr>
        <p:spPr>
          <a:xfrm>
            <a:off x="4247465" y="3570794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MySQL/PostgreSQL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CC531E-4D81-9C21-4550-2E707BA47E1F}"/>
              </a:ext>
            </a:extLst>
          </p:cNvPr>
          <p:cNvSpPr/>
          <p:nvPr/>
        </p:nvSpPr>
        <p:spPr>
          <a:xfrm>
            <a:off x="4247465" y="4791788"/>
            <a:ext cx="3206496" cy="7796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AUTHENTICATION</a:t>
            </a:r>
            <a:br>
              <a:rPr lang="en-US" dirty="0"/>
            </a:br>
            <a:r>
              <a:rPr lang="en-US" dirty="0"/>
              <a:t>JWT(JSON Web Token)</a:t>
            </a:r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28B8BF4-0ED5-7B8A-9732-320CFC5F9835}"/>
              </a:ext>
            </a:extLst>
          </p:cNvPr>
          <p:cNvSpPr/>
          <p:nvPr/>
        </p:nvSpPr>
        <p:spPr>
          <a:xfrm flipH="1">
            <a:off x="5719334" y="5583659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BF3CBE2-372C-09C1-842F-AD074FE621F3}"/>
              </a:ext>
            </a:extLst>
          </p:cNvPr>
          <p:cNvSpPr/>
          <p:nvPr/>
        </p:nvSpPr>
        <p:spPr>
          <a:xfrm flipH="1">
            <a:off x="5644266" y="1909537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FD6E316-178D-2BDF-28BD-1335F6FAA7A6}"/>
              </a:ext>
            </a:extLst>
          </p:cNvPr>
          <p:cNvSpPr/>
          <p:nvPr/>
        </p:nvSpPr>
        <p:spPr>
          <a:xfrm flipH="1">
            <a:off x="5712085" y="4373754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A08EF9A-A2FE-6F04-2067-51D7CFD4B2BB}"/>
              </a:ext>
            </a:extLst>
          </p:cNvPr>
          <p:cNvSpPr/>
          <p:nvPr/>
        </p:nvSpPr>
        <p:spPr>
          <a:xfrm>
            <a:off x="5712085" y="3145788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FF8677-499F-DF11-C76E-F64DD66220BA}"/>
              </a:ext>
            </a:extLst>
          </p:cNvPr>
          <p:cNvSpPr/>
          <p:nvPr/>
        </p:nvSpPr>
        <p:spPr>
          <a:xfrm>
            <a:off x="4340352" y="5989496"/>
            <a:ext cx="3113609" cy="7796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NOTIFICATION ENGINE</a:t>
            </a:r>
          </a:p>
          <a:p>
            <a:pPr algn="ctr"/>
            <a:r>
              <a:rPr lang="en-US" dirty="0"/>
              <a:t>EMAIL/SMS FOR ALERTS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25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698D-66BE-90E7-2544-4A8D2AE2A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72" y="-262757"/>
            <a:ext cx="12083228" cy="155553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lgerian" panose="04020705040A02060702" pitchFamily="82" charset="0"/>
                <a:cs typeface="Times New Roman" panose="02020603050405020304" pitchFamily="18" charset="0"/>
              </a:rPr>
              <a:t>Module 1: Authentication Module – Overview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A0742-F377-B2F4-3317-B9D0E86E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393" y="1292773"/>
            <a:ext cx="9581220" cy="461089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user authentication and authorization.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Responsible for login, logout and user registration.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Assigns roles such as Admin, Staff or Manager.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Protects all other modules so that only authenticated users can view or 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modify data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Authentication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each user has a unique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unauthorized access to inventory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status of users (active / inactive).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6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07AE-CB62-75CC-D2BF-ED5717EAE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376" y="-390144"/>
            <a:ext cx="10265663" cy="179222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Module 1:</a:t>
            </a:r>
            <a:r>
              <a:rPr lang="en-US" sz="3600" b="1" dirty="0">
                <a:latin typeface="Algerian" panose="04020705040A02060702" pitchFamily="82" charset="0"/>
                <a:cs typeface="Times New Roman" panose="02020603050405020304" pitchFamily="18" charset="0"/>
              </a:rPr>
              <a:t>Classes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/>
              <a:t>Main classes in Authentication Module</a:t>
            </a:r>
            <a:br>
              <a:rPr lang="en-US" sz="2800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9F778-9B46-3486-0D35-D4AC6D317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228" y="1008992"/>
            <a:ext cx="10352689" cy="584900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(Model Class)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personal and login details such as username, email, password, role and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status.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connected with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 (Repository Class)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the application and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operations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a new user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user by username or 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if a user exists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.Does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have its own database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 only works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user's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 (Service Class)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authentication.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.Validates login details, checks correctness of password and role.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example: username and email must be unique; account must be  active).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 (Controller Class)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“login” and “register” to the frontend.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directly talk to the database; it only coordinates the flow.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15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2A30-0065-90A3-BBF8-AF4389CA7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821" y="202325"/>
            <a:ext cx="10867696" cy="7520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Module 1: Database Schema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32DA9-4DC7-125A-3A74-70355BCC4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248" y="1177159"/>
            <a:ext cx="10415752" cy="526568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 Database Schema – </a:t>
            </a:r>
            <a:r>
              <a:rPr lang="en-US" sz="2000" b="1" dirty="0">
                <a:latin typeface="Courier New" panose="02070309020205020404" pitchFamily="49" charset="0"/>
              </a:rPr>
              <a:t>users</a:t>
            </a:r>
            <a:r>
              <a:rPr lang="en-US" sz="2000" b="1" dirty="0"/>
              <a:t> Table (Conceptual)</a:t>
            </a:r>
          </a:p>
          <a:p>
            <a:r>
              <a:rPr lang="en-US" sz="2000" dirty="0"/>
              <a:t> The </a:t>
            </a:r>
            <a:r>
              <a:rPr lang="en-US" sz="2000" b="1" dirty="0">
                <a:latin typeface="Courier New" panose="02070309020205020404" pitchFamily="49" charset="0"/>
              </a:rPr>
              <a:t>users</a:t>
            </a:r>
            <a:r>
              <a:rPr lang="en-US" sz="2000" dirty="0"/>
              <a:t> table stores all authentication-related details: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Login name, must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Contact email, also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Encrypted password used for login.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user type (Admin / Staff / Manager).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is_active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Indicates whether the account is active or blocked.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account creation date and time.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Flow with Database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a login or registration request from the user.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passes the request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validation rules and calls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reads/writes data from/to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70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59A7-A6BB-9AB0-E73C-0D3E10BD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68" y="2810889"/>
            <a:ext cx="8911687" cy="123622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                       </a:t>
            </a: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342799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285</TotalTime>
  <Words>827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Century Gothic</vt:lpstr>
      <vt:lpstr>Courier New</vt:lpstr>
      <vt:lpstr>Times New Roman</vt:lpstr>
      <vt:lpstr>Wingdings</vt:lpstr>
      <vt:lpstr>Wingdings 3</vt:lpstr>
      <vt:lpstr>Wisp</vt:lpstr>
      <vt:lpstr>                 TITLE</vt:lpstr>
      <vt:lpstr>TITLE EXPLANATION</vt:lpstr>
      <vt:lpstr>Problems in Existing System </vt:lpstr>
      <vt:lpstr>PROPOSED SYSTEM  (Modules &amp; Working)  Proposed Solution: INVENTRA             The new system is designed to replace the manual process with smart automation, real-time tracking and secure data handling.  System Modules: </vt:lpstr>
      <vt:lpstr>SYSTEM ARCHITECTURE</vt:lpstr>
      <vt:lpstr>Module 1: Authentication Module – Overview </vt:lpstr>
      <vt:lpstr>Module 1:Classes Main classes in Authentication Module </vt:lpstr>
      <vt:lpstr>Module 1: Database Schema</vt:lpstr>
      <vt:lpstr>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JERUSHA P</dc:creator>
  <cp:lastModifiedBy>JERUSHA P</cp:lastModifiedBy>
  <cp:revision>3</cp:revision>
  <dcterms:created xsi:type="dcterms:W3CDTF">2025-12-03T01:00:35Z</dcterms:created>
  <dcterms:modified xsi:type="dcterms:W3CDTF">2026-02-04T06:08:16Z</dcterms:modified>
</cp:coreProperties>
</file>