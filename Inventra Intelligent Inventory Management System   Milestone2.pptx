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356" r:id="rId1"/>
  </p:sldMasterIdLst>
  <p:sldIdLst>
    <p:sldId id="267" r:id="rId2"/>
    <p:sldId id="268" r:id="rId3"/>
    <p:sldId id="270" r:id="rId4"/>
    <p:sldId id="273" r:id="rId5"/>
    <p:sldId id="274" r:id="rId6"/>
    <p:sldId id="279" r:id="rId7"/>
    <p:sldId id="280" r:id="rId8"/>
    <p:sldId id="277" r:id="rId9"/>
    <p:sldId id="278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95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37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71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26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3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3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197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4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65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30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017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8758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61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4068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166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595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32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6182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  <p:sldLayoutId id="2147484368" r:id="rId12"/>
    <p:sldLayoutId id="2147484369" r:id="rId13"/>
    <p:sldLayoutId id="2147484370" r:id="rId14"/>
    <p:sldLayoutId id="2147484371" r:id="rId15"/>
    <p:sldLayoutId id="2147484372" r:id="rId16"/>
    <p:sldLayoutId id="21474843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A678-97F6-AE51-27E9-A648D0CC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97" y="-1145428"/>
            <a:ext cx="8915399" cy="2290855"/>
          </a:xfrm>
        </p:spPr>
        <p:txBody>
          <a:bodyPr/>
          <a:lstStyle/>
          <a:p>
            <a:r>
              <a:rPr lang="en-IN" dirty="0"/>
              <a:t>                 </a:t>
            </a:r>
            <a:r>
              <a:rPr lang="en-IN"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26125-9CBE-6788-A699-A36B6F292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1178" y="2302717"/>
            <a:ext cx="9769643" cy="383532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      </a:t>
            </a:r>
            <a:r>
              <a:rPr lang="en-IN" sz="4000" b="1" dirty="0">
                <a:solidFill>
                  <a:schemeClr val="tx1">
                    <a:lumMod val="9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INVENTRA INTELLIGENT INVENTORY                </a:t>
            </a:r>
          </a:p>
          <a:p>
            <a:pPr algn="ctr"/>
            <a:r>
              <a:rPr lang="en-IN" sz="4000" b="1" dirty="0">
                <a:solidFill>
                  <a:schemeClr val="tx1">
                    <a:lumMod val="9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MANAGEMENT SYS</a:t>
            </a:r>
            <a:r>
              <a:rPr lang="en-IN" sz="4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TE</a:t>
            </a:r>
            <a:r>
              <a:rPr lang="en-IN" sz="4000" b="1" dirty="0">
                <a:solidFill>
                  <a:schemeClr val="tx1">
                    <a:lumMod val="9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</a:t>
            </a:r>
          </a:p>
          <a:p>
            <a:pPr algn="ctr"/>
            <a:endParaRPr lang="en-IN" sz="40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P.JERUSHA</a:t>
            </a:r>
          </a:p>
        </p:txBody>
      </p:sp>
    </p:spTree>
    <p:extLst>
      <p:ext uri="{BB962C8B-B14F-4D97-AF65-F5344CB8AC3E}">
        <p14:creationId xmlns:p14="http://schemas.microsoft.com/office/powerpoint/2010/main" val="742021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3AC4-EF72-8262-658E-6C3FB397B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27" y="-1131391"/>
            <a:ext cx="8915399" cy="2262781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TITLE EXPLANATION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17506-7FD1-B931-098A-506B17914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47" y="1299290"/>
            <a:ext cx="9795354" cy="493525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INVENTRA INTELLIGENT INVENTORY MANAGEMENT SYSTEM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INVENTRA –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Management System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Inventra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derived from two main concepts: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stock handling and product management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Automation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the system’s ability to operate smartly with minimal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manual effort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businesses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stock levels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products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suppliers, monitor purchase orders,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performance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It aims to reduce manual work and avoid issues like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overstocking, stockouts,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352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E8E1-EB82-2656-E5D4-0F752D8CD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26" y="-296968"/>
            <a:ext cx="9550552" cy="112628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lgerian" panose="04020705040A02060702" pitchFamily="82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5C4FA4-1E9B-30D8-BADA-C64B092D4B8C}"/>
              </a:ext>
            </a:extLst>
          </p:cNvPr>
          <p:cNvSpPr/>
          <p:nvPr/>
        </p:nvSpPr>
        <p:spPr>
          <a:xfrm>
            <a:off x="4116086" y="1094818"/>
            <a:ext cx="3206496" cy="7918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  <a:p>
            <a:pPr algn="ctr"/>
            <a:r>
              <a:rPr lang="en-US" dirty="0"/>
              <a:t>REACT/ANGULAR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C807CD-C107-FD71-D516-87E44A85E8B8}"/>
              </a:ext>
            </a:extLst>
          </p:cNvPr>
          <p:cNvSpPr/>
          <p:nvPr/>
        </p:nvSpPr>
        <p:spPr>
          <a:xfrm>
            <a:off x="4172397" y="2323222"/>
            <a:ext cx="3206496" cy="7918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  <a:p>
            <a:pPr algn="ctr"/>
            <a:r>
              <a:rPr lang="en-US" dirty="0"/>
              <a:t>JAVA SPRING BOOT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263819-9598-D832-83AB-1F9184C789E4}"/>
              </a:ext>
            </a:extLst>
          </p:cNvPr>
          <p:cNvSpPr/>
          <p:nvPr/>
        </p:nvSpPr>
        <p:spPr>
          <a:xfrm>
            <a:off x="4247465" y="3570794"/>
            <a:ext cx="3206496" cy="7918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MySQL/PostgreSQL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CC531E-4D81-9C21-4550-2E707BA47E1F}"/>
              </a:ext>
            </a:extLst>
          </p:cNvPr>
          <p:cNvSpPr/>
          <p:nvPr/>
        </p:nvSpPr>
        <p:spPr>
          <a:xfrm>
            <a:off x="4247465" y="4791788"/>
            <a:ext cx="3206496" cy="7796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AUTHENTICATION</a:t>
            </a:r>
            <a:br>
              <a:rPr lang="en-US" dirty="0"/>
            </a:br>
            <a:r>
              <a:rPr lang="en-US" dirty="0"/>
              <a:t>JWT(JSON Web Token)</a:t>
            </a:r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628B8BF4-0ED5-7B8A-9732-320CFC5F9835}"/>
              </a:ext>
            </a:extLst>
          </p:cNvPr>
          <p:cNvSpPr/>
          <p:nvPr/>
        </p:nvSpPr>
        <p:spPr>
          <a:xfrm flipH="1">
            <a:off x="5719334" y="5583659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BF3CBE2-372C-09C1-842F-AD074FE621F3}"/>
              </a:ext>
            </a:extLst>
          </p:cNvPr>
          <p:cNvSpPr/>
          <p:nvPr/>
        </p:nvSpPr>
        <p:spPr>
          <a:xfrm flipH="1">
            <a:off x="5644266" y="1909537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FD6E316-178D-2BDF-28BD-1335F6FAA7A6}"/>
              </a:ext>
            </a:extLst>
          </p:cNvPr>
          <p:cNvSpPr/>
          <p:nvPr/>
        </p:nvSpPr>
        <p:spPr>
          <a:xfrm flipH="1">
            <a:off x="5712085" y="4373754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A08EF9A-A2FE-6F04-2067-51D7CFD4B2BB}"/>
              </a:ext>
            </a:extLst>
          </p:cNvPr>
          <p:cNvSpPr/>
          <p:nvPr/>
        </p:nvSpPr>
        <p:spPr>
          <a:xfrm>
            <a:off x="5712085" y="3145788"/>
            <a:ext cx="262758" cy="4058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FF8677-499F-DF11-C76E-F64DD66220BA}"/>
              </a:ext>
            </a:extLst>
          </p:cNvPr>
          <p:cNvSpPr/>
          <p:nvPr/>
        </p:nvSpPr>
        <p:spPr>
          <a:xfrm>
            <a:off x="4340352" y="5989496"/>
            <a:ext cx="3113609" cy="7796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NOTIFICATION ENGINE</a:t>
            </a:r>
          </a:p>
          <a:p>
            <a:pPr algn="ctr"/>
            <a:r>
              <a:rPr lang="en-US" dirty="0"/>
              <a:t>EMAIL/SMS FOR ALERTS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25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698D-66BE-90E7-2544-4A8D2AE2A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72" y="-262757"/>
            <a:ext cx="12083228" cy="155553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lgerian" panose="04020705040A02060702" pitchFamily="82" charset="0"/>
                <a:cs typeface="Times New Roman" panose="02020603050405020304" pitchFamily="18" charset="0"/>
              </a:rPr>
              <a:t>Module 1: Authentication Module – Overview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A0742-F377-B2F4-3317-B9D0E86E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393" y="1292773"/>
            <a:ext cx="9581220" cy="461089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user authentication and authorization.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Responsible for login, logout and user registration.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Assigns roles such as Admin, Staff or Manager.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Protects all other modules so that only authenticated users can view or  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modify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Authentication Module: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that each user has a unique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unauthorized access to inventory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status of users (active / inactive).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66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07AE-CB62-75CC-D2BF-ED5717EAE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376" y="-390144"/>
            <a:ext cx="10265663" cy="179222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Module 1:</a:t>
            </a:r>
            <a:r>
              <a:rPr lang="en-US" sz="3600" b="1" dirty="0">
                <a:latin typeface="Algerian" panose="04020705040A02060702" pitchFamily="82" charset="0"/>
                <a:cs typeface="Times New Roman" panose="02020603050405020304" pitchFamily="18" charset="0"/>
              </a:rPr>
              <a:t>Classes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/>
              <a:t>Main classes in Authentication Module</a:t>
            </a:r>
            <a:br>
              <a:rPr lang="en-US" sz="2800" dirty="0"/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9F778-9B46-3486-0D35-D4AC6D317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5228" y="1008992"/>
            <a:ext cx="10352689" cy="5849007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(Model Class)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account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system.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personal and login details such as username, email, password, role and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status.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connected with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table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database.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 (Repository Class)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the application and database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operations like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saving a new user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a user by username or email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checking if a user exists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.Does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have its own database table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it only works on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user's table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 (Service Class)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authentication.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.Validates login details, checks correctness of password and role.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rules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example: username and email must be unique;  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account must be  active).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 (Controller Class)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“login” and “register” to the frontend.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directly talk to the database; it only coordinates the flow.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15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FB98-65B8-191A-EAE5-8D2199E9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64" y="-304800"/>
            <a:ext cx="9994364" cy="1673627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(PSEUDO-CODE)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B1D7-F122-1281-51F6-C7D27AE40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108" y="1368827"/>
            <a:ext cx="4937655" cy="57558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Sign Up (Register)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0A9DE-0379-934C-EF0D-573F3665E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7318" y="1368826"/>
            <a:ext cx="4934479" cy="57558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Login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DE4426-7D70-7410-D768-2FF8FDCB4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586962"/>
              </p:ext>
            </p:extLst>
          </p:nvPr>
        </p:nvGraphicFramePr>
        <p:xfrm>
          <a:off x="519545" y="1368826"/>
          <a:ext cx="4997218" cy="5135883"/>
        </p:xfrm>
        <a:graphic>
          <a:graphicData uri="http://schemas.openxmlformats.org/drawingml/2006/table">
            <a:tbl>
              <a:tblPr/>
              <a:tblGrid>
                <a:gridCol w="4997218">
                  <a:extLst>
                    <a:ext uri="{9D8B030D-6E8A-4147-A177-3AD203B41FA5}">
                      <a16:colId xmlns:a16="http://schemas.microsoft.com/office/drawing/2014/main" val="3206018631"/>
                    </a:ext>
                  </a:extLst>
                </a:gridCol>
              </a:tblGrid>
              <a:tr h="5135883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</a:t>
                      </a:r>
                      <a:br>
                        <a:rPr lang="en-IN" dirty="0"/>
                      </a:br>
                      <a:br>
                        <a:rPr lang="en-IN" dirty="0"/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enters registration details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if username or email already exists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details already exist THEN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Show error message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Save user details in database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Registration successful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IF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1783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F3533E-1E1F-698D-8943-84BFB82B4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901910"/>
              </p:ext>
            </p:extLst>
          </p:nvPr>
        </p:nvGraphicFramePr>
        <p:xfrm>
          <a:off x="6578255" y="1368826"/>
          <a:ext cx="4997218" cy="5135882"/>
        </p:xfrm>
        <a:graphic>
          <a:graphicData uri="http://schemas.openxmlformats.org/drawingml/2006/table">
            <a:tbl>
              <a:tblPr/>
              <a:tblGrid>
                <a:gridCol w="4997218">
                  <a:extLst>
                    <a:ext uri="{9D8B030D-6E8A-4147-A177-3AD203B41FA5}">
                      <a16:colId xmlns:a16="http://schemas.microsoft.com/office/drawing/2014/main" val="4093821582"/>
                    </a:ext>
                  </a:extLst>
                </a:gridCol>
              </a:tblGrid>
              <a:tr h="5135882">
                <a:tc>
                  <a:txBody>
                    <a:bodyPr/>
                    <a:lstStyle/>
                    <a:p>
                      <a:r>
                        <a:rPr lang="en-IN" dirty="0"/>
                        <a:t>                  </a:t>
                      </a:r>
                    </a:p>
                    <a:p>
                      <a:endParaRPr lang="en-IN" dirty="0"/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enters username and password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username in database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username exists AND password matches THEN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Allow user access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Redirect to dashboard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Display login error message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IF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715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61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2BD1B-CDAB-5D01-3C73-D281C3173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6252" y="1305910"/>
            <a:ext cx="4937655" cy="691056"/>
          </a:xfrm>
        </p:spPr>
        <p:txBody>
          <a:bodyPr/>
          <a:lstStyle/>
          <a:p>
            <a:r>
              <a:rPr lang="en-IN" dirty="0"/>
              <a:t>Forgot Password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71894-08BD-A9CB-0458-B03626D12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2745" y="1305909"/>
            <a:ext cx="3889867" cy="691056"/>
          </a:xfrm>
        </p:spPr>
        <p:txBody>
          <a:bodyPr/>
          <a:lstStyle/>
          <a:p>
            <a:r>
              <a:rPr lang="en-IN" dirty="0"/>
              <a:t>Logout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3D8940-9F92-08BE-EE75-0540FABFE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838379"/>
              </p:ext>
            </p:extLst>
          </p:nvPr>
        </p:nvGraphicFramePr>
        <p:xfrm>
          <a:off x="706582" y="1208690"/>
          <a:ext cx="4759036" cy="5015465"/>
        </p:xfrm>
        <a:graphic>
          <a:graphicData uri="http://schemas.openxmlformats.org/drawingml/2006/table">
            <a:tbl>
              <a:tblPr/>
              <a:tblGrid>
                <a:gridCol w="4759036">
                  <a:extLst>
                    <a:ext uri="{9D8B030D-6E8A-4147-A177-3AD203B41FA5}">
                      <a16:colId xmlns:a16="http://schemas.microsoft.com/office/drawing/2014/main" val="1370672567"/>
                    </a:ext>
                  </a:extLst>
                </a:gridCol>
              </a:tblGrid>
              <a:tr h="5015465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enters registered email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email in database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email exists THEN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Generate reset link / OTP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Allow user to reset password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Show error message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IF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9751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DF0D8F-5B0C-26B9-02AA-FE5CF7167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577749"/>
              </p:ext>
            </p:extLst>
          </p:nvPr>
        </p:nvGraphicFramePr>
        <p:xfrm>
          <a:off x="6774873" y="1208690"/>
          <a:ext cx="4759036" cy="5015465"/>
        </p:xfrm>
        <a:graphic>
          <a:graphicData uri="http://schemas.openxmlformats.org/drawingml/2006/table">
            <a:tbl>
              <a:tblPr/>
              <a:tblGrid>
                <a:gridCol w="4759036">
                  <a:extLst>
                    <a:ext uri="{9D8B030D-6E8A-4147-A177-3AD203B41FA5}">
                      <a16:colId xmlns:a16="http://schemas.microsoft.com/office/drawing/2014/main" val="4071426814"/>
                    </a:ext>
                  </a:extLst>
                </a:gridCol>
              </a:tblGrid>
              <a:tr h="5015465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  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User clicks logout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Clear session / authentication token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Redirect to login page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END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674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69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A9C7-A29C-D3E5-430B-D5685D5F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948" y="212036"/>
            <a:ext cx="10298664" cy="88789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Module 2 : Product / Inventory Management  </a:t>
            </a:r>
            <a:br>
              <a:rPr lang="en-IN" b="1" dirty="0"/>
            </a:b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4AAE1-F6E4-4F84-8687-30EC5C4A2DCE}"/>
              </a:ext>
            </a:extLst>
          </p:cNvPr>
          <p:cNvSpPr txBox="1"/>
          <p:nvPr/>
        </p:nvSpPr>
        <p:spPr>
          <a:xfrm>
            <a:off x="1417983" y="1189382"/>
            <a:ext cx="10086629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 module of the INVENTRA system</a:t>
            </a:r>
          </a:p>
          <a:p>
            <a:pPr>
              <a:buNone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  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authorized users to manage all inventory-related  activities such 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as maintaining product information and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stock levels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This component ensures that product data is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accurately 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and consistently within the system.</a:t>
            </a:r>
          </a:p>
          <a:p>
            <a:pPr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It helps businesses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available products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  </a:t>
            </a:r>
          </a:p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inventory data in real time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reliable stock records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information managed here is also used to support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  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alerts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/>
              <a:t> 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77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B3B5-217B-3590-81B2-E8D7CAB7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37" y="-394854"/>
            <a:ext cx="11128830" cy="1905000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  <a:cs typeface="Times New Roman" panose="02020603050405020304" pitchFamily="18" charset="0"/>
              </a:rPr>
              <a:t>Module 2 : </a:t>
            </a:r>
            <a:r>
              <a:rPr lang="en-US" sz="3200" b="1" dirty="0">
                <a:latin typeface="Algerian" panose="04020705040A02060702" pitchFamily="82" charset="0"/>
                <a:cs typeface="Times New Roman" panose="02020603050405020304" pitchFamily="18" charset="0"/>
              </a:rPr>
              <a:t>Classes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5F276-3C87-95E4-53C9-D4E076AC44BB}"/>
              </a:ext>
            </a:extLst>
          </p:cNvPr>
          <p:cNvSpPr txBox="1"/>
          <p:nvPr/>
        </p:nvSpPr>
        <p:spPr>
          <a:xfrm>
            <a:off x="1104072" y="881678"/>
            <a:ext cx="998385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Product (Model / Entity Class)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._. Represents an individual product in the inventory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._. Stores product-related details like product ID, name, category, quantity, price, and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reorder level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Acts as an interface between user actions and system processing.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F8434F-8198-9839-76F8-6B37466A1669}"/>
              </a:ext>
            </a:extLst>
          </p:cNvPr>
          <p:cNvSpPr txBox="1"/>
          <p:nvPr/>
        </p:nvSpPr>
        <p:spPr>
          <a:xfrm>
            <a:off x="1045875" y="2685153"/>
            <a:ext cx="103963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._.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requests coming from the frontend related to inventory operations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Validates product 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applies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rules.</a:t>
            </a:r>
          </a:p>
          <a:p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🔹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._.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business logic for managing inventory data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Validates product information and applies inventory rules.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B51428-59E2-2BCA-0093-D9AAA1BC8A17}"/>
              </a:ext>
            </a:extLst>
          </p:cNvPr>
          <p:cNvSpPr txBox="1"/>
          <p:nvPr/>
        </p:nvSpPr>
        <p:spPr>
          <a:xfrm>
            <a:off x="1104072" y="5226784"/>
            <a:ext cx="93761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🔹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._. Handles database operations for product data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Stores, retrieves, updates, and deletes product records in the database.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22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59A7-A6BB-9AB0-E73C-0D3E10BD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68" y="2810889"/>
            <a:ext cx="8911687" cy="1236221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                       </a:t>
            </a:r>
            <a:r>
              <a:rPr lang="en-IN" sz="40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3427994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630</TotalTime>
  <Words>819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Century Gothic</vt:lpstr>
      <vt:lpstr>Times New Roman</vt:lpstr>
      <vt:lpstr>Wingdings</vt:lpstr>
      <vt:lpstr>Wingdings 3</vt:lpstr>
      <vt:lpstr>Slice</vt:lpstr>
      <vt:lpstr>                 TITLE</vt:lpstr>
      <vt:lpstr>TITLE EXPLANATION</vt:lpstr>
      <vt:lpstr>SYSTEM ARCHITECTURE</vt:lpstr>
      <vt:lpstr>Module 1: Authentication Module – Overview </vt:lpstr>
      <vt:lpstr>Module 1:Classes Main classes in Authentication Module </vt:lpstr>
      <vt:lpstr>MODULE 1 – AUTHENTICATION (PSEUDO-CODE)</vt:lpstr>
      <vt:lpstr>PowerPoint Presentation</vt:lpstr>
      <vt:lpstr>Module 2 : Product / Inventory Management   </vt:lpstr>
      <vt:lpstr>Module 2 : Classes </vt:lpstr>
      <vt:lpstr>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JERUSHA P</dc:creator>
  <cp:lastModifiedBy>JERUSHA P</cp:lastModifiedBy>
  <cp:revision>4</cp:revision>
  <dcterms:created xsi:type="dcterms:W3CDTF">2025-12-03T01:00:35Z</dcterms:created>
  <dcterms:modified xsi:type="dcterms:W3CDTF">2026-02-04T06:11:35Z</dcterms:modified>
</cp:coreProperties>
</file>