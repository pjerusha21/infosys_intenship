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8" r:id="rId1"/>
  </p:sldMasterIdLst>
  <p:sldIdLst>
    <p:sldId id="256" r:id="rId2"/>
    <p:sldId id="257" r:id="rId3"/>
    <p:sldId id="259" r:id="rId4"/>
    <p:sldId id="258" r:id="rId5"/>
    <p:sldId id="263" r:id="rId6"/>
    <p:sldId id="264" r:id="rId7"/>
    <p:sldId id="265" r:id="rId8"/>
    <p:sldId id="266" r:id="rId9"/>
    <p:sldId id="267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598" autoAdjust="0"/>
  </p:normalViewPr>
  <p:slideViewPr>
    <p:cSldViewPr snapToGrid="0">
      <p:cViewPr varScale="1">
        <p:scale>
          <a:sx n="48" d="100"/>
          <a:sy n="48" d="100"/>
        </p:scale>
        <p:origin x="67" y="61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955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269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774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663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902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649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948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057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091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718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77495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9021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776058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2551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69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646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8BFEA1-F71E-49DF-9F71-89BFD41AE38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2361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0B1E1-4CBC-2F64-5E4C-B828BF5D8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5835" y="1015704"/>
            <a:ext cx="10079421" cy="2158181"/>
          </a:xfrm>
        </p:spPr>
        <p:txBody>
          <a:bodyPr>
            <a:noAutofit/>
          </a:bodyPr>
          <a:lstStyle/>
          <a:p>
            <a:br>
              <a:rPr lang="en-IN" sz="3600" b="1" dirty="0"/>
            </a:br>
            <a:r>
              <a:rPr lang="en-IN" sz="3600" b="1" dirty="0"/>
              <a:t>         INVENTRA INTELLIGENT INVENTORY        </a:t>
            </a:r>
            <a:br>
              <a:rPr lang="en-IN" sz="3600" b="1" dirty="0"/>
            </a:br>
            <a:r>
              <a:rPr lang="en-IN" sz="3600" b="1" dirty="0"/>
              <a:t>                MANAGEMENT SYSTEM</a:t>
            </a:r>
            <a:br>
              <a:rPr lang="en-IN" sz="3600" b="1" dirty="0"/>
            </a:br>
            <a:endParaRPr lang="en-IN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9E5E9A-9E07-E9DC-D4F6-CD819656A989}"/>
              </a:ext>
            </a:extLst>
          </p:cNvPr>
          <p:cNvSpPr txBox="1"/>
          <p:nvPr/>
        </p:nvSpPr>
        <p:spPr>
          <a:xfrm>
            <a:off x="8734096" y="5348159"/>
            <a:ext cx="58122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P.Jerusha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A0A1FCB-7789-4A53-170A-BBB3B03BD3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178511"/>
              </p:ext>
            </p:extLst>
          </p:nvPr>
        </p:nvGraphicFramePr>
        <p:xfrm>
          <a:off x="12759559" y="2209800"/>
          <a:ext cx="525517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517">
                  <a:extLst>
                    <a:ext uri="{9D8B030D-6E8A-4147-A177-3AD203B41FA5}">
                      <a16:colId xmlns:a16="http://schemas.microsoft.com/office/drawing/2014/main" val="3931213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69215">
                        <a:lnSpc>
                          <a:spcPts val="1235"/>
                        </a:lnSpc>
                        <a:spcBef>
                          <a:spcPts val="175"/>
                        </a:spcBef>
                        <a:buNone/>
                      </a:pPr>
                      <a:endParaRPr lang="en-IN" sz="1100" dirty="0">
                        <a:effectLst/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989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9215">
                        <a:lnSpc>
                          <a:spcPts val="1235"/>
                        </a:lnSpc>
                        <a:spcBef>
                          <a:spcPts val="175"/>
                        </a:spcBef>
                        <a:buNone/>
                      </a:pPr>
                      <a:endParaRPr lang="en-IN" sz="1100" dirty="0">
                        <a:effectLst/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767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9215">
                        <a:lnSpc>
                          <a:spcPts val="1235"/>
                        </a:lnSpc>
                        <a:spcBef>
                          <a:spcPts val="150"/>
                        </a:spcBef>
                        <a:buNone/>
                      </a:pPr>
                      <a:endParaRPr lang="en-IN" sz="1100" dirty="0">
                        <a:effectLst/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5949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9215">
                        <a:lnSpc>
                          <a:spcPts val="1235"/>
                        </a:lnSpc>
                        <a:spcBef>
                          <a:spcPts val="175"/>
                        </a:spcBef>
                        <a:buNone/>
                      </a:pPr>
                      <a:endParaRPr lang="en-IN" sz="1100" dirty="0">
                        <a:effectLst/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9917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9215">
                        <a:lnSpc>
                          <a:spcPts val="1235"/>
                        </a:lnSpc>
                        <a:spcBef>
                          <a:spcPts val="155"/>
                        </a:spcBef>
                        <a:buNone/>
                      </a:pPr>
                      <a:endParaRPr lang="en-IN" sz="1100" dirty="0">
                        <a:effectLst/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662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9941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C0004-291E-050B-4D1D-D384C88B3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139" y="306333"/>
            <a:ext cx="8911687" cy="128089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INTRODUCTION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6AAFC41-956E-3CF1-1297-A0BF2E60DD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14410" y="1466794"/>
            <a:ext cx="8565931" cy="4324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 is essential for tracking and controlling stock efficiently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often face issues like manual errors and poor visibility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Inventra is designed to automate and simplify inventory handling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helps organizations manage products, stock levels, and reports effectively</a:t>
            </a:r>
          </a:p>
        </p:txBody>
      </p:sp>
    </p:spTree>
    <p:extLst>
      <p:ext uri="{BB962C8B-B14F-4D97-AF65-F5344CB8AC3E}">
        <p14:creationId xmlns:p14="http://schemas.microsoft.com/office/powerpoint/2010/main" val="369058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DBFAC-DDF3-6ECC-E48E-A13089748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0125" y="298289"/>
            <a:ext cx="9854488" cy="128089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PROJECT OBJECTIVE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1BF7281-56A2-349F-F8EA-BD0E567D46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86310" y="1374546"/>
            <a:ext cx="7987862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secure and efficient inventory management system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user authentication using JWT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manage products and stock using a database-driven approach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monitor inventory levels and avoid stock shortages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user-friendly dashboard for inventory tracking</a:t>
            </a:r>
          </a:p>
        </p:txBody>
      </p:sp>
    </p:spTree>
    <p:extLst>
      <p:ext uri="{BB962C8B-B14F-4D97-AF65-F5344CB8AC3E}">
        <p14:creationId xmlns:p14="http://schemas.microsoft.com/office/powerpoint/2010/main" val="3331421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B375F-879A-53CC-277B-65B7FFFEF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6035" y="306333"/>
            <a:ext cx="9768577" cy="128089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PROJECT </a:t>
            </a: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DESCRIPTION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3C28632-A5DC-AE55-633F-ECEAA60755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78327" y="1587223"/>
            <a:ext cx="7442682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Inventra is an intelligent inventory management system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to reduce manual work and errors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Maintains product and stock records digitally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inventory tracking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accuracy and efficiency</a:t>
            </a:r>
          </a:p>
        </p:txBody>
      </p:sp>
    </p:spTree>
    <p:extLst>
      <p:ext uri="{BB962C8B-B14F-4D97-AF65-F5344CB8AC3E}">
        <p14:creationId xmlns:p14="http://schemas.microsoft.com/office/powerpoint/2010/main" val="1254614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77BF1-7EA3-8C21-A9D8-9D387422F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794" y="425327"/>
            <a:ext cx="8911687" cy="128089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MODULES OVERVIEW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C0D142B-5A56-104D-E586-3313F87596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45954" y="1651590"/>
            <a:ext cx="4615366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Module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 Management Module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 Module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Stock Alert Module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Reports Module</a:t>
            </a:r>
          </a:p>
        </p:txBody>
      </p:sp>
    </p:spTree>
    <p:extLst>
      <p:ext uri="{BB962C8B-B14F-4D97-AF65-F5344CB8AC3E}">
        <p14:creationId xmlns:p14="http://schemas.microsoft.com/office/powerpoint/2010/main" val="2259709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654BF-0BC2-DD71-EE73-00646C889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06" y="306333"/>
            <a:ext cx="9689064" cy="128089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TECHNOLOGY STACK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484B2E-597F-C546-DF7D-B95FBAF4E328}"/>
              </a:ext>
            </a:extLst>
          </p:cNvPr>
          <p:cNvSpPr/>
          <p:nvPr/>
        </p:nvSpPr>
        <p:spPr>
          <a:xfrm>
            <a:off x="646617" y="1262313"/>
            <a:ext cx="2890345" cy="10922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CC03D9-A2F8-DE2F-54B7-68C0E5EAC8C3}"/>
              </a:ext>
            </a:extLst>
          </p:cNvPr>
          <p:cNvSpPr/>
          <p:nvPr/>
        </p:nvSpPr>
        <p:spPr>
          <a:xfrm>
            <a:off x="6268279" y="5780347"/>
            <a:ext cx="2890345" cy="954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C5ADAA-B4E9-2BBA-6AC4-324D4FA9C5FB}"/>
              </a:ext>
            </a:extLst>
          </p:cNvPr>
          <p:cNvSpPr/>
          <p:nvPr/>
        </p:nvSpPr>
        <p:spPr>
          <a:xfrm>
            <a:off x="2091789" y="2385304"/>
            <a:ext cx="2890345" cy="10922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45C26E-C122-7D90-470D-86A138DA64B3}"/>
              </a:ext>
            </a:extLst>
          </p:cNvPr>
          <p:cNvSpPr/>
          <p:nvPr/>
        </p:nvSpPr>
        <p:spPr>
          <a:xfrm>
            <a:off x="3536961" y="3508294"/>
            <a:ext cx="2890345" cy="10922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557FE1-7D7E-176E-C4F7-6726FB9B3987}"/>
              </a:ext>
            </a:extLst>
          </p:cNvPr>
          <p:cNvSpPr/>
          <p:nvPr/>
        </p:nvSpPr>
        <p:spPr>
          <a:xfrm>
            <a:off x="4982133" y="4631284"/>
            <a:ext cx="2890345" cy="10922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AC6B2AC3-BBFB-D79E-CADC-6FA377AD8FCE}"/>
              </a:ext>
            </a:extLst>
          </p:cNvPr>
          <p:cNvSpPr/>
          <p:nvPr/>
        </p:nvSpPr>
        <p:spPr>
          <a:xfrm>
            <a:off x="3920359" y="1681695"/>
            <a:ext cx="630620" cy="190442"/>
          </a:xfrm>
          <a:prstGeom prst="left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DA18DB71-B49C-6666-7357-A2B7E5753891}"/>
              </a:ext>
            </a:extLst>
          </p:cNvPr>
          <p:cNvSpPr/>
          <p:nvPr/>
        </p:nvSpPr>
        <p:spPr>
          <a:xfrm>
            <a:off x="5302469" y="2803865"/>
            <a:ext cx="630620" cy="190442"/>
          </a:xfrm>
          <a:prstGeom prst="left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Left-Right 11">
            <a:extLst>
              <a:ext uri="{FF2B5EF4-FFF2-40B4-BE49-F238E27FC236}">
                <a16:creationId xmlns:a16="http://schemas.microsoft.com/office/drawing/2014/main" id="{87865D80-F2F4-30E3-3BF3-1F4C777393D5}"/>
              </a:ext>
            </a:extLst>
          </p:cNvPr>
          <p:cNvSpPr/>
          <p:nvPr/>
        </p:nvSpPr>
        <p:spPr>
          <a:xfrm>
            <a:off x="6663559" y="3959187"/>
            <a:ext cx="630620" cy="190442"/>
          </a:xfrm>
          <a:prstGeom prst="left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ED555C12-650B-D028-0E76-F3839C92D54C}"/>
              </a:ext>
            </a:extLst>
          </p:cNvPr>
          <p:cNvSpPr/>
          <p:nvPr/>
        </p:nvSpPr>
        <p:spPr>
          <a:xfrm>
            <a:off x="8087711" y="5082177"/>
            <a:ext cx="630620" cy="190442"/>
          </a:xfrm>
          <a:prstGeom prst="left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Left-Right 13">
            <a:extLst>
              <a:ext uri="{FF2B5EF4-FFF2-40B4-BE49-F238E27FC236}">
                <a16:creationId xmlns:a16="http://schemas.microsoft.com/office/drawing/2014/main" id="{7C7BD867-5DD0-87EA-D9B4-B21A08B41ADF}"/>
              </a:ext>
            </a:extLst>
          </p:cNvPr>
          <p:cNvSpPr/>
          <p:nvPr/>
        </p:nvSpPr>
        <p:spPr>
          <a:xfrm>
            <a:off x="9333187" y="6148202"/>
            <a:ext cx="630620" cy="190442"/>
          </a:xfrm>
          <a:prstGeom prst="left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A2BF72-D29C-BA84-88CF-A55DC0DECE69}"/>
              </a:ext>
            </a:extLst>
          </p:cNvPr>
          <p:cNvSpPr txBox="1"/>
          <p:nvPr/>
        </p:nvSpPr>
        <p:spPr>
          <a:xfrm>
            <a:off x="4824477" y="1522166"/>
            <a:ext cx="6096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E84111-648E-5F7F-7F10-A34549BC5F04}"/>
              </a:ext>
            </a:extLst>
          </p:cNvPr>
          <p:cNvSpPr txBox="1"/>
          <p:nvPr/>
        </p:nvSpPr>
        <p:spPr>
          <a:xfrm>
            <a:off x="6427305" y="2651647"/>
            <a:ext cx="6096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1801E8-764B-09DD-5BA2-D2C0FD5001BB}"/>
              </a:ext>
            </a:extLst>
          </p:cNvPr>
          <p:cNvSpPr txBox="1"/>
          <p:nvPr/>
        </p:nvSpPr>
        <p:spPr>
          <a:xfrm>
            <a:off x="7618001" y="3854962"/>
            <a:ext cx="469161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E5A219EE-592D-3EE1-C0C3-FA2616C1F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JWT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5629D8-56FD-9DDD-88E2-C371040127FD}"/>
              </a:ext>
            </a:extLst>
          </p:cNvPr>
          <p:cNvSpPr txBox="1"/>
          <p:nvPr/>
        </p:nvSpPr>
        <p:spPr>
          <a:xfrm>
            <a:off x="8965781" y="4944887"/>
            <a:ext cx="390939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7A4F0D-61C2-BE89-A8FB-1CD243F207F1}"/>
              </a:ext>
            </a:extLst>
          </p:cNvPr>
          <p:cNvSpPr txBox="1"/>
          <p:nvPr/>
        </p:nvSpPr>
        <p:spPr>
          <a:xfrm>
            <a:off x="10016017" y="6034812"/>
            <a:ext cx="25742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Postman, VS Code</a:t>
            </a:r>
          </a:p>
        </p:txBody>
      </p:sp>
    </p:spTree>
    <p:extLst>
      <p:ext uri="{BB962C8B-B14F-4D97-AF65-F5344CB8AC3E}">
        <p14:creationId xmlns:p14="http://schemas.microsoft.com/office/powerpoint/2010/main" val="3467650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5B392-F7CF-F9CF-5ECF-8B329F620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4543" y="398823"/>
            <a:ext cx="8911687" cy="128089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SYSTEM ARCHITECTURE</a:t>
            </a:r>
            <a:endParaRPr lang="en-IN" sz="3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4B96366-2D5C-965B-CFB2-240683C228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29000" y="1917188"/>
            <a:ext cx="6443870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interacts with frontend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Requests sent to backend APIs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handled using JWT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stored in MySQL database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Response sent back to UI</a:t>
            </a:r>
          </a:p>
        </p:txBody>
      </p:sp>
    </p:spTree>
    <p:extLst>
      <p:ext uri="{BB962C8B-B14F-4D97-AF65-F5344CB8AC3E}">
        <p14:creationId xmlns:p14="http://schemas.microsoft.com/office/powerpoint/2010/main" val="4031786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940F7-294E-A429-875D-F7F5DF4AE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5" y="438579"/>
            <a:ext cx="8911687" cy="128089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INVENTORY WORKFLOW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60EAB7-4BD3-E24E-D01B-2767BF9451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67727" y="1797554"/>
            <a:ext cx="4421403" cy="201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Orders are processed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Inventory updated in real time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Warehouse data synchronized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Analytics generated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Continuous data syncing</a:t>
            </a:r>
          </a:p>
        </p:txBody>
      </p:sp>
      <p:sp>
        <p:nvSpPr>
          <p:cNvPr id="5" name="AutoShape 3" descr="Uploaded image">
            <a:extLst>
              <a:ext uri="{FF2B5EF4-FFF2-40B4-BE49-F238E27FC236}">
                <a16:creationId xmlns:a16="http://schemas.microsoft.com/office/drawing/2014/main" id="{185E8CE6-6D96-F544-6516-83057562E9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77919" y="735311"/>
            <a:ext cx="2586942" cy="2586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99E1D0F6-2C95-1850-22D8-F88BD3821D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77919" y="301745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D29AEF2A-7AD0-C58E-4984-18FD3EABE9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30319" y="316985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11">
            <a:extLst>
              <a:ext uri="{FF2B5EF4-FFF2-40B4-BE49-F238E27FC236}">
                <a16:creationId xmlns:a16="http://schemas.microsoft.com/office/drawing/2014/main" id="{258BA0B6-E8AC-A0B6-CCF7-157DF3DA12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398270"/>
            <a:ext cx="2183130" cy="2183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13">
            <a:extLst>
              <a:ext uri="{FF2B5EF4-FFF2-40B4-BE49-F238E27FC236}">
                <a16:creationId xmlns:a16="http://schemas.microsoft.com/office/drawing/2014/main" id="{AA0483C8-5448-87DE-DC83-262569E459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496614"/>
            <a:ext cx="3084786" cy="3084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B87490-A2E1-279D-0E84-AA6CA2D0D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242" y="968427"/>
            <a:ext cx="6560676" cy="545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657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AD1C1-C173-0771-E1A3-E6DFD4FA2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743" y="279553"/>
            <a:ext cx="8911687" cy="1280890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1. AUTHENTICATION MODULE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BFE38A-14BD-54D3-8268-E373CB20D6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20572" y="1806219"/>
            <a:ext cx="3864584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login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JWT-based authentication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Password reset option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0EFFB5-4412-454E-99B8-B05A94865D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95" t="10381" r="28067" b="-332"/>
          <a:stretch>
            <a:fillRect/>
          </a:stretch>
        </p:blipFill>
        <p:spPr>
          <a:xfrm>
            <a:off x="8969255" y="1068206"/>
            <a:ext cx="3131820" cy="2921635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A1808-F515-CC99-7ABE-D92F91AB5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21" t="31072" r="32859" b="19394"/>
          <a:stretch>
            <a:fillRect/>
          </a:stretch>
        </p:blipFill>
        <p:spPr>
          <a:xfrm>
            <a:off x="7851972" y="4514496"/>
            <a:ext cx="2234565" cy="1840230"/>
          </a:xfrm>
          <a:prstGeom prst="rect">
            <a:avLst/>
          </a:prstGeom>
          <a:noFill/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D4673C-4CC6-DDE5-B94D-46459FF15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47" t="14840" r="30093" b="7768"/>
          <a:stretch>
            <a:fillRect/>
          </a:stretch>
        </p:blipFill>
        <p:spPr>
          <a:xfrm>
            <a:off x="6244528" y="1076143"/>
            <a:ext cx="2454275" cy="2905760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860483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66403-7A33-847C-A80D-A058463E7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767" y="306333"/>
            <a:ext cx="8911687" cy="128089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2.PRODUCT MANAGEMENT MODULE</a:t>
            </a:r>
            <a:b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349DAF-9EFE-141F-511F-E75E2A04C6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25160" y="1701743"/>
            <a:ext cx="3151825" cy="201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new products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Edit product details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Delete products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 product list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Stock In / Stock 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051F47-5624-FDF0-0D61-E79955C75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53" b="6968"/>
          <a:stretch>
            <a:fillRect/>
          </a:stretch>
        </p:blipFill>
        <p:spPr>
          <a:xfrm>
            <a:off x="5243152" y="2612999"/>
            <a:ext cx="6572250" cy="2860675"/>
          </a:xfrm>
          <a:prstGeom prst="rect">
            <a:avLst/>
          </a:prstGeom>
          <a:noFill/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059458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18422-5A25-E0BA-EFE0-C13D956BD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7635" y="293081"/>
            <a:ext cx="8911687" cy="128089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3.INVENTORY MANAGEMENT MODULE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74A5769-3415-C3FD-121D-08942BFBAC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59335" y="1848700"/>
            <a:ext cx="4724370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Tracks stock quantity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Updates inventory automatically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Maintains stock records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Prevents stock mismatch</a:t>
            </a:r>
          </a:p>
        </p:txBody>
      </p:sp>
    </p:spTree>
    <p:extLst>
      <p:ext uri="{BB962C8B-B14F-4D97-AF65-F5344CB8AC3E}">
        <p14:creationId xmlns:p14="http://schemas.microsoft.com/office/powerpoint/2010/main" val="295901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2E2FD-0718-6315-D04B-D4CC355AF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06333"/>
            <a:ext cx="8911687" cy="128089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4.LOW STOCK ALERT MODULE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0463F81-C694-BD1E-B6FB-EA4CE1161E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27046" y="1495024"/>
            <a:ext cx="3600666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Detects low stock items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alert messages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Shows reorder level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Prevents stock-out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DB02BE-7C86-3F22-9AFA-5D6B6BCBF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51" b="8882"/>
          <a:stretch>
            <a:fillRect/>
          </a:stretch>
        </p:blipFill>
        <p:spPr>
          <a:xfrm>
            <a:off x="5015561" y="3208282"/>
            <a:ext cx="6845300" cy="2943225"/>
          </a:xfrm>
          <a:prstGeom prst="rect">
            <a:avLst/>
          </a:prstGeom>
          <a:noFill/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96689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A0919-4D49-2F8D-003B-3AFCCD011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412075"/>
            <a:ext cx="8911687" cy="128089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5.REPORT MODULE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E92DC1-160D-4617-3524-9BF3E89347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0126" y="1532945"/>
            <a:ext cx="4241867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inventory summary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Shows stock and sales data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reports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in decision-making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54575F-8BDA-8665-9936-2B2CF958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56" b="7544"/>
          <a:stretch>
            <a:fillRect/>
          </a:stretch>
        </p:blipFill>
        <p:spPr>
          <a:xfrm>
            <a:off x="5335181" y="3169936"/>
            <a:ext cx="6663859" cy="2896521"/>
          </a:xfrm>
          <a:prstGeom prst="rect">
            <a:avLst/>
          </a:prstGeom>
          <a:noFill/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85638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2F367-D3A2-38D7-3CEF-45D218C33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2561" y="385571"/>
            <a:ext cx="8911687" cy="128089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CHALLENGES FACED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73B8F7-982A-6EC4-8B01-1AB607C294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40912" y="1843950"/>
            <a:ext cx="5932062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secure authentication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Managing product and stock data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Handling backend and frontend integration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Debugging API and database errors</a:t>
            </a:r>
          </a:p>
        </p:txBody>
      </p:sp>
    </p:spTree>
    <p:extLst>
      <p:ext uri="{BB962C8B-B14F-4D97-AF65-F5344CB8AC3E}">
        <p14:creationId xmlns:p14="http://schemas.microsoft.com/office/powerpoint/2010/main" val="3092793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DD8A0-3617-A822-C56D-C53C125E5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59067"/>
            <a:ext cx="8911687" cy="128089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SOLUTIONS IMPLEMENTED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03CBC0-101C-934B-E6C8-7AB9DFE067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22881" y="2036311"/>
            <a:ext cx="5454858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JWT used for secure login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database design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 APIs for communication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 validation and testing</a:t>
            </a:r>
          </a:p>
        </p:txBody>
      </p:sp>
    </p:spTree>
    <p:extLst>
      <p:ext uri="{BB962C8B-B14F-4D97-AF65-F5344CB8AC3E}">
        <p14:creationId xmlns:p14="http://schemas.microsoft.com/office/powerpoint/2010/main" val="920934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25A1E-CD37-52CB-0F6C-F1DBD429D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247" y="359067"/>
            <a:ext cx="8911687" cy="128089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LEARNING OUTCOMES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222C45-C574-4373-59DA-1E29B3CFDA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78932" y="1865243"/>
            <a:ext cx="3946914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Full stack development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Spring Boot and MySQL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JWT authentication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 testing using Postman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collaboration</a:t>
            </a:r>
          </a:p>
        </p:txBody>
      </p:sp>
    </p:spTree>
    <p:extLst>
      <p:ext uri="{BB962C8B-B14F-4D97-AF65-F5344CB8AC3E}">
        <p14:creationId xmlns:p14="http://schemas.microsoft.com/office/powerpoint/2010/main" val="773107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39A7B-A75B-D2F8-0A6E-C4EBC7AAF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412075"/>
            <a:ext cx="8911687" cy="128089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CONCLUSION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7A5916-9DA0-AD71-0FD1-126D24A172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10846" y="1820933"/>
            <a:ext cx="6744795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Inventra provides an efficient inventory solution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Automates stock management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errors and manual work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decision-making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Useful for real-world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918563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DA3E0E-D595-3689-8AF6-B8AD5F36F54E}"/>
              </a:ext>
            </a:extLst>
          </p:cNvPr>
          <p:cNvSpPr txBox="1"/>
          <p:nvPr/>
        </p:nvSpPr>
        <p:spPr>
          <a:xfrm>
            <a:off x="4114291" y="2811121"/>
            <a:ext cx="618449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000" b="1" dirty="0">
                <a:solidFill>
                  <a:schemeClr val="accent1">
                    <a:lumMod val="75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5346642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325</TotalTime>
  <Words>380</Words>
  <Application>Microsoft Office PowerPoint</Application>
  <PresentationFormat>Widescreen</PresentationFormat>
  <Paragraphs>146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Cambria</vt:lpstr>
      <vt:lpstr>Century Gothic</vt:lpstr>
      <vt:lpstr>Times New Roman</vt:lpstr>
      <vt:lpstr>Wingdings</vt:lpstr>
      <vt:lpstr>Wingdings 3</vt:lpstr>
      <vt:lpstr>Wisp</vt:lpstr>
      <vt:lpstr>          INVENTRA INTELLIGENT INVENTORY                         MANAGEMENT SYSTEM </vt:lpstr>
      <vt:lpstr>INTRODUCTION</vt:lpstr>
      <vt:lpstr>PROJECT OBJECTIVE</vt:lpstr>
      <vt:lpstr>PROJECT DESCRIPTION </vt:lpstr>
      <vt:lpstr>MODULES OVERVIEW</vt:lpstr>
      <vt:lpstr>  TECHNOLOGY STACK</vt:lpstr>
      <vt:lpstr>SYSTEM ARCHITECTURE</vt:lpstr>
      <vt:lpstr>INVENTORY WORKFLOW</vt:lpstr>
      <vt:lpstr>1. AUTHENTICATION MODULE</vt:lpstr>
      <vt:lpstr>2.PRODUCT MANAGEMENT MODULE </vt:lpstr>
      <vt:lpstr>3.INVENTORY MANAGEMENT MODULE</vt:lpstr>
      <vt:lpstr>4.LOW STOCK ALERT MODULE</vt:lpstr>
      <vt:lpstr>5.REPORT MODULE</vt:lpstr>
      <vt:lpstr>CHALLENGES FACED</vt:lpstr>
      <vt:lpstr>SOLUTIONS IMPLEMENTED</vt:lpstr>
      <vt:lpstr>LEARNING OUTCOMES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vaishnavishahajivankalas@outlook.com</dc:creator>
  <cp:lastModifiedBy>JERUSHA P</cp:lastModifiedBy>
  <cp:revision>5</cp:revision>
  <dcterms:created xsi:type="dcterms:W3CDTF">2025-12-02T14:50:21Z</dcterms:created>
  <dcterms:modified xsi:type="dcterms:W3CDTF">2026-02-04T05:44:19Z</dcterms:modified>
</cp:coreProperties>
</file>